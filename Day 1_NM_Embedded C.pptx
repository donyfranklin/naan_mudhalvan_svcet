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78" r:id="rId12"/>
    <p:sldId id="286" r:id="rId13"/>
    <p:sldId id="287" r:id="rId14"/>
    <p:sldId id="279" r:id="rId15"/>
    <p:sldId id="266" r:id="rId16"/>
    <p:sldId id="267" r:id="rId17"/>
    <p:sldId id="268" r:id="rId18"/>
    <p:sldId id="276" r:id="rId19"/>
    <p:sldId id="270" r:id="rId20"/>
    <p:sldId id="271" r:id="rId21"/>
    <p:sldId id="274" r:id="rId22"/>
    <p:sldId id="28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99" y="2605633"/>
            <a:ext cx="10085810" cy="1467739"/>
          </a:xfrm>
        </p:spPr>
        <p:txBody>
          <a:bodyPr/>
          <a:lstStyle/>
          <a:p>
            <a:pPr algn="ctr"/>
            <a:r>
              <a:rPr lang="en-US" sz="3600" dirty="0"/>
              <a:t>Day </a:t>
            </a:r>
            <a:r>
              <a:rPr lang="en-US" sz="3600" dirty="0" smtClean="0"/>
              <a:t>1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Embedded </a:t>
            </a:r>
            <a:r>
              <a:rPr lang="en-US" sz="3600" dirty="0"/>
              <a:t>Systems &amp; Embedded C Basics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3225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an Embedded System?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741065"/>
            <a:ext cx="8825659" cy="3416300"/>
          </a:xfrm>
        </p:spPr>
        <p:txBody>
          <a:bodyPr/>
          <a:lstStyle/>
          <a:p>
            <a:r>
              <a:rPr lang="en-US" dirty="0"/>
              <a:t>Dedicated system for a specific task</a:t>
            </a:r>
          </a:p>
          <a:p>
            <a:r>
              <a:rPr lang="en-US" dirty="0"/>
              <a:t>Works automatically without user interaction</a:t>
            </a:r>
          </a:p>
          <a:p>
            <a:r>
              <a:rPr lang="en-US" dirty="0"/>
              <a:t>Responds in real </a:t>
            </a:r>
            <a:r>
              <a:rPr lang="en-US" dirty="0" smtClean="0"/>
              <a:t>time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Washing machine selecting wash mode automatically</a:t>
            </a:r>
          </a:p>
          <a:p>
            <a:r>
              <a:rPr lang="en-US" dirty="0"/>
              <a:t>Air conditioner controlling temperature</a:t>
            </a:r>
          </a:p>
        </p:txBody>
      </p:sp>
    </p:spTree>
    <p:extLst>
      <p:ext uri="{BB962C8B-B14F-4D97-AF65-F5344CB8AC3E}">
        <p14:creationId xmlns:p14="http://schemas.microsoft.com/office/powerpoint/2010/main" val="42675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274944"/>
            <a:ext cx="8761413" cy="706964"/>
          </a:xfrm>
        </p:spPr>
        <p:txBody>
          <a:bodyPr/>
          <a:lstStyle/>
          <a:p>
            <a:pPr algn="ctr"/>
            <a:r>
              <a:rPr lang="en-US" b="1" dirty="0"/>
              <a:t>Embedded Systems in Daily Life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88512" y="2626396"/>
            <a:ext cx="6734780" cy="2792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 phones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Traffic signal controllers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Medical monitoring devices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Smart TVs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Smart watches</a:t>
            </a:r>
          </a:p>
        </p:txBody>
      </p:sp>
    </p:spTree>
    <p:extLst>
      <p:ext uri="{BB962C8B-B14F-4D97-AF65-F5344CB8AC3E}">
        <p14:creationId xmlns:p14="http://schemas.microsoft.com/office/powerpoint/2010/main" val="54632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Programming is Needed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154954" y="2902906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/>
              <a:t>To control hardware behavior</a:t>
            </a:r>
          </a:p>
          <a:p>
            <a:r>
              <a:rPr lang="en-US" dirty="0"/>
              <a:t>To make decisions </a:t>
            </a:r>
            <a:r>
              <a:rPr lang="en-US" dirty="0" smtClean="0"/>
              <a:t>automatically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If temperature &gt; 40°C → Turn ON fan</a:t>
            </a:r>
          </a:p>
          <a:p>
            <a:r>
              <a:rPr lang="en-US" dirty="0"/>
              <a:t>If door is open → Stop motor</a:t>
            </a:r>
          </a:p>
        </p:txBody>
      </p:sp>
    </p:spTree>
    <p:extLst>
      <p:ext uri="{BB962C8B-B14F-4D97-AF65-F5344CB8AC3E}">
        <p14:creationId xmlns:p14="http://schemas.microsoft.com/office/powerpoint/2010/main" val="372910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35509"/>
            <a:ext cx="8761413" cy="706964"/>
          </a:xfrm>
        </p:spPr>
        <p:txBody>
          <a:bodyPr/>
          <a:lstStyle/>
          <a:p>
            <a:pPr algn="ctr"/>
            <a:r>
              <a:rPr lang="en-US" b="1" dirty="0"/>
              <a:t>Why Normal C is Not Enough?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 works on computers</a:t>
            </a:r>
          </a:p>
          <a:p>
            <a:r>
              <a:rPr lang="en-US" dirty="0"/>
              <a:t>No direct hardware control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C → Print “LED ON” on screen</a:t>
            </a:r>
          </a:p>
          <a:p>
            <a:r>
              <a:rPr lang="en-US" b="1" dirty="0"/>
              <a:t>Embedded C → Actually turn ON LED</a:t>
            </a:r>
          </a:p>
        </p:txBody>
      </p:sp>
    </p:spTree>
    <p:extLst>
      <p:ext uri="{BB962C8B-B14F-4D97-AF65-F5344CB8AC3E}">
        <p14:creationId xmlns:p14="http://schemas.microsoft.com/office/powerpoint/2010/main" val="130183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Embedded </a:t>
            </a:r>
            <a:r>
              <a:rPr lang="en-US" dirty="0" smtClean="0"/>
              <a:t>C ?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 language used for embedded systems</a:t>
            </a:r>
          </a:p>
          <a:p>
            <a:r>
              <a:rPr lang="en-US" dirty="0"/>
              <a:t>Direct control of hardware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Embedded C program to blink LED</a:t>
            </a:r>
          </a:p>
          <a:p>
            <a:r>
              <a:rPr lang="en-US" dirty="0"/>
              <a:t>Embedded C program to read temperature sensor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1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 of Embedded 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0217" y="3291323"/>
            <a:ext cx="7883850" cy="23973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Hardware access → LED, Motor, Relay</a:t>
            </a:r>
          </a:p>
          <a:p>
            <a:pPr>
              <a:lnSpc>
                <a:spcPct val="150000"/>
              </a:lnSpc>
            </a:pPr>
            <a:r>
              <a:rPr lang="en-US" dirty="0"/>
              <a:t>Timing control → Traffic signal timing</a:t>
            </a:r>
          </a:p>
          <a:p>
            <a:pPr>
              <a:lnSpc>
                <a:spcPct val="150000"/>
              </a:lnSpc>
            </a:pPr>
            <a:r>
              <a:rPr lang="en-US" dirty="0"/>
              <a:t>Interrupt handling → Doorbell press</a:t>
            </a:r>
          </a:p>
        </p:txBody>
      </p:sp>
    </p:spTree>
    <p:extLst>
      <p:ext uri="{BB962C8B-B14F-4D97-AF65-F5344CB8AC3E}">
        <p14:creationId xmlns:p14="http://schemas.microsoft.com/office/powerpoint/2010/main" val="338882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b="1" dirty="0"/>
              <a:t>Embedded C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623014"/>
              </p:ext>
            </p:extLst>
          </p:nvPr>
        </p:nvGraphicFramePr>
        <p:xfrm>
          <a:off x="1641222" y="2722374"/>
          <a:ext cx="8761412" cy="3108960"/>
        </p:xfrm>
        <a:graphic>
          <a:graphicData uri="http://schemas.openxmlformats.org/drawingml/2006/table">
            <a:tbl>
              <a:tblPr/>
              <a:tblGrid>
                <a:gridCol w="4380706"/>
                <a:gridCol w="4380706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US" sz="1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Embedded C</a:t>
                      </a:r>
                    </a:p>
                    <a:p>
                      <a:endParaRPr lang="en-US" sz="1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Text </a:t>
                      </a:r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output</a:t>
                      </a:r>
                    </a:p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Physical </a:t>
                      </a:r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output</a:t>
                      </a:r>
                    </a:p>
                    <a:p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Software programs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Hardware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Desktop </a:t>
                      </a: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Embedded </a:t>
                      </a: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6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Microcontroller?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609254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Single-chip embedded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computer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Controls entire system</a:t>
            </a:r>
          </a:p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Microcontroller inside washing machine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Microcontroller inside microwave oven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63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024827" cy="706964"/>
          </a:xfrm>
        </p:spPr>
        <p:txBody>
          <a:bodyPr/>
          <a:lstStyle/>
          <a:p>
            <a:pPr algn="ctr"/>
            <a:r>
              <a:rPr lang="en-US" dirty="0"/>
              <a:t>Role of Embedded </a:t>
            </a:r>
            <a:r>
              <a:rPr lang="en-US" dirty="0" smtClean="0"/>
              <a:t>C  </a:t>
            </a:r>
            <a:r>
              <a:rPr lang="en-US" dirty="0"/>
              <a:t>in Microcontroller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771391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Reads sensor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Makes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Controls outputs</a:t>
            </a:r>
          </a:p>
          <a:p>
            <a:endParaRPr lang="en-US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Flow: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Temperature sensor → MCU → Embedded C → Fan ON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780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024827" cy="706964"/>
          </a:xfrm>
        </p:spPr>
        <p:txBody>
          <a:bodyPr/>
          <a:lstStyle/>
          <a:p>
            <a:pPr algn="ctr"/>
            <a:r>
              <a:rPr lang="en-US" dirty="0"/>
              <a:t>Components of a Microcontroller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771391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Central Processing Unit (CPU)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ROM / Flash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I/O 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Timers and counters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Communication interfaces</a:t>
            </a:r>
          </a:p>
        </p:txBody>
      </p:sp>
    </p:spTree>
    <p:extLst>
      <p:ext uri="{BB962C8B-B14F-4D97-AF65-F5344CB8AC3E}">
        <p14:creationId xmlns:p14="http://schemas.microsoft.com/office/powerpoint/2010/main" val="309234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024827" cy="706964"/>
          </a:xfrm>
        </p:spPr>
        <p:txBody>
          <a:bodyPr/>
          <a:lstStyle/>
          <a:p>
            <a:pPr algn="ctr"/>
            <a:r>
              <a:rPr lang="en-US" dirty="0" smtClean="0"/>
              <a:t>8051 Microcontroller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753765" y="7022257"/>
            <a:ext cx="771391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01706" y="2273858"/>
            <a:ext cx="109566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Overview of 8051 Microcontroller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8-bit microcontroller developed by Intel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Simple and easy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 processing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Widely used for learning embedded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01706" y="3682732"/>
            <a:ext cx="763888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Features of 8051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8-bit CPU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On-chip RAM and ROM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Multiple I/O 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Timers and serial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 power consumption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1706" y="5430014"/>
            <a:ext cx="41673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Applications of 8051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Traffic signal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Small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Educational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61246" y="462367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677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024827" cy="706964"/>
          </a:xfrm>
        </p:spPr>
        <p:txBody>
          <a:bodyPr/>
          <a:lstStyle/>
          <a:p>
            <a:pPr algn="ctr"/>
            <a:r>
              <a:rPr lang="en-US" dirty="0" smtClean="0"/>
              <a:t>AVR</a:t>
            </a:r>
            <a:r>
              <a:rPr lang="en-US" dirty="0" smtClean="0"/>
              <a:t> Microcontroller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753765" y="7022257"/>
            <a:ext cx="771391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01706" y="2181672"/>
            <a:ext cx="109566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Overview of AVR </a:t>
            </a:r>
            <a:r>
              <a:rPr lang="en-US" sz="1600" b="1" dirty="0" smtClean="0"/>
              <a:t>Microcontroller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8-bit microcontroller with RISC architecture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Higher performance compared to 8051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Efficient instruction execution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Commonly used in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Arduino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01706" y="3721204"/>
            <a:ext cx="7638881" cy="173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Features of AVR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RISC-based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High-speed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On-chip ADC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 power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Rich peripheral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1706" y="5389844"/>
            <a:ext cx="416739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Applications of AVR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Arduino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-based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IoT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systems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Robotics and automation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Sensor-based projects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Consumer electronics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61246" y="462367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453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024827" cy="706964"/>
          </a:xfrm>
        </p:spPr>
        <p:txBody>
          <a:bodyPr/>
          <a:lstStyle/>
          <a:p>
            <a:pPr algn="ctr"/>
            <a:r>
              <a:rPr lang="en-US" dirty="0" smtClean="0"/>
              <a:t>ARM Microcontroller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753765" y="7022257"/>
            <a:ext cx="771391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01706" y="2273560"/>
            <a:ext cx="1095661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Overview of ARM Microcontroller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32-bit microcontroller architecture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High performance and scalability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Used in commercial and industrial systems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Supports advanced operating systems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01706" y="3740683"/>
            <a:ext cx="7638881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Features of ARM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32-bit CPU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clock speed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Large memory support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communication interfaces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RTOS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1706" y="5411450"/>
            <a:ext cx="416739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Applications of ARM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Smartphones and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tablets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Medical devices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Automotive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Electronics  Industrial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automation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61246" y="462367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101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Embedded System Architecture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2959479" y="7944813"/>
            <a:ext cx="5079505" cy="1242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 descr="Architecture of an Embedded System | Set-3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199" y="2613728"/>
            <a:ext cx="6487985" cy="383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928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Embedded System Architecture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609254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Automatic Street </a:t>
            </a:r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Light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Input: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LDR sensor</a:t>
            </a:r>
          </a:p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Processing: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Microcontroller</a:t>
            </a:r>
          </a:p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Output: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Street light ON/OFF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17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Input Units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609254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Temperature sensor → AC control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IR sensor → Automatic door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Ultrasonic sensor → Parking system</a:t>
            </a:r>
          </a:p>
        </p:txBody>
      </p:sp>
    </p:spTree>
    <p:extLst>
      <p:ext uri="{BB962C8B-B14F-4D97-AF65-F5344CB8AC3E}">
        <p14:creationId xmlns:p14="http://schemas.microsoft.com/office/powerpoint/2010/main" val="805235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 Units 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609254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57756" y="3360805"/>
            <a:ext cx="3847247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LED → Status indication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Motor → Washing machine drum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Buzzer → Alarm system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Display → ATM screen</a:t>
            </a:r>
          </a:p>
        </p:txBody>
      </p:sp>
    </p:spTree>
    <p:extLst>
      <p:ext uri="{BB962C8B-B14F-4D97-AF65-F5344CB8AC3E}">
        <p14:creationId xmlns:p14="http://schemas.microsoft.com/office/powerpoint/2010/main" val="4175629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Timers in Embedded C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609254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accurate timing</a:t>
            </a:r>
          </a:p>
          <a:p>
            <a:endParaRPr lang="en-US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Traffic signal delay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Washing machine wash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LED blinking every 1 second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621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Interrupts in Embedded C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609254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High-priority 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events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Examples: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Doorbell press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Emergency stop button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Fire alarm signal</a:t>
            </a:r>
          </a:p>
        </p:txBody>
      </p:sp>
    </p:spTree>
    <p:extLst>
      <p:ext uri="{BB962C8B-B14F-4D97-AF65-F5344CB8AC3E}">
        <p14:creationId xmlns:p14="http://schemas.microsoft.com/office/powerpoint/2010/main" val="438601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LED BLINK PROGRAM IN ARDUINO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773819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#include &lt;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Arduino.h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  // Header file</a:t>
            </a:r>
          </a:p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void setup() {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pinMode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(13, OUTPUT);   // Set pin 13 as output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void loop() {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digitalWrite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(13, HIGH); // LED ON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delay(1000);            // 1 second delay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digitalWrite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(13, LOW);  // LED OFF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delay(1000);            // 1 second delay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76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4235" y="2896949"/>
            <a:ext cx="11136847" cy="836560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1373439" y="3817811"/>
            <a:ext cx="773819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54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240</TotalTime>
  <Words>576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Ion Boardroom</vt:lpstr>
      <vt:lpstr>Day 1  Embedded Systems &amp; Embedded C Basics </vt:lpstr>
      <vt:lpstr>What is an Embedded System? </vt:lpstr>
      <vt:lpstr>Embedded Systems in Daily Life </vt:lpstr>
      <vt:lpstr>Why Programming is Needed</vt:lpstr>
      <vt:lpstr>Why Normal C is Not Enough? </vt:lpstr>
      <vt:lpstr>What is Embedded C ?</vt:lpstr>
      <vt:lpstr>Features of Embedded C</vt:lpstr>
      <vt:lpstr>C vs Embedded C</vt:lpstr>
      <vt:lpstr>What is a Microcontroller?</vt:lpstr>
      <vt:lpstr>Role of Embedded C  in Microcontroller</vt:lpstr>
      <vt:lpstr>Components of a Microcontroller</vt:lpstr>
      <vt:lpstr>8051 Microcontroller</vt:lpstr>
      <vt:lpstr>AVR Microcontroller</vt:lpstr>
      <vt:lpstr>ARM Microcontroller</vt:lpstr>
      <vt:lpstr>Embedded System Architecture</vt:lpstr>
      <vt:lpstr>Embedded System Architecture</vt:lpstr>
      <vt:lpstr>Input Units</vt:lpstr>
      <vt:lpstr>Output Units </vt:lpstr>
      <vt:lpstr>Timers in Embedded C</vt:lpstr>
      <vt:lpstr>Interrupts in Embedded C</vt:lpstr>
      <vt:lpstr>LED BLINK PROGRAM IN ARDUINO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Joystick Adventures: Exploring Pan &amp; Tilt Motion</dc:title>
  <dc:creator>Microsoft account</dc:creator>
  <cp:lastModifiedBy>Microsoft account</cp:lastModifiedBy>
  <cp:revision>53</cp:revision>
  <dcterms:created xsi:type="dcterms:W3CDTF">2024-06-10T13:54:05Z</dcterms:created>
  <dcterms:modified xsi:type="dcterms:W3CDTF">2026-01-04T16:57:25Z</dcterms:modified>
</cp:coreProperties>
</file>